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24eb38123c4f9d" /><Relationship Type="http://schemas.openxmlformats.org/officeDocument/2006/relationships/extended-properties" Target="/docProps/app.xml" Id="R850fe412ac3b4056" /><Relationship Type="http://schemas.openxmlformats.org/officeDocument/2006/relationships/officeDocument" Target="/ppt/presentation.xml" Id="Rc43294803d5a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15febe65e41ce"/>
  </p:sldMasterIdLst>
  <p:notesMasterIdLst>
    <p:notesMasterId xmlns:r="http://schemas.openxmlformats.org/officeDocument/2006/relationships" r:id="R3ecf35bfaca14213"/>
  </p:notesMasterIdLst>
  <p:sldIdLst>
    <p:sldId xmlns:r="http://schemas.openxmlformats.org/officeDocument/2006/relationships" id="256" r:id="Re8de422f191f4355"/>
    <p:sldId xmlns:r="http://schemas.openxmlformats.org/officeDocument/2006/relationships" id="257" r:id="R88714411da024fdb"/>
    <p:sldId xmlns:r="http://schemas.openxmlformats.org/officeDocument/2006/relationships" id="258" r:id="R5332c5fd881346da"/>
    <p:sldId xmlns:r="http://schemas.openxmlformats.org/officeDocument/2006/relationships" id="259" r:id="R1a69b26512dc4c60"/>
    <p:sldId xmlns:r="http://schemas.openxmlformats.org/officeDocument/2006/relationships" id="260" r:id="R9cecd4332ef84c45"/>
    <p:sldId xmlns:r="http://schemas.openxmlformats.org/officeDocument/2006/relationships" id="261" r:id="Rf91477eb4bbe4ac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38a60a893141fc" /><Relationship Type="http://schemas.openxmlformats.org/officeDocument/2006/relationships/slideMaster" Target="/ppt/slideMasters/slideMaster1.xml" Id="Rf9015febe65e41ce" /><Relationship Type="http://schemas.openxmlformats.org/officeDocument/2006/relationships/notesMaster" Target="/ppt/notesMasters/notesMaster1.xml" Id="R3ecf35bfaca14213" /><Relationship Type="http://schemas.openxmlformats.org/officeDocument/2006/relationships/presProps" Target="/ppt/presProps.xml" Id="R9210d53749e844d6" /><Relationship Type="http://schemas.openxmlformats.org/officeDocument/2006/relationships/tableStyles" Target="/ppt/tableStyles.xml" Id="R61c0d1c71a4a499b" /><Relationship Type="http://schemas.openxmlformats.org/officeDocument/2006/relationships/slide" Target="/ppt/slides/slide1.xml" Id="Re8de422f191f4355" /><Relationship Type="http://schemas.openxmlformats.org/officeDocument/2006/relationships/slide" Target="/ppt/slides/slide2.xml" Id="R88714411da024fdb" /><Relationship Type="http://schemas.openxmlformats.org/officeDocument/2006/relationships/slide" Target="/ppt/slides/slide3.xml" Id="R5332c5fd881346da" /><Relationship Type="http://schemas.openxmlformats.org/officeDocument/2006/relationships/slide" Target="/ppt/slides/slide4.xml" Id="R1a69b26512dc4c60" /><Relationship Type="http://schemas.openxmlformats.org/officeDocument/2006/relationships/slide" Target="/ppt/slides/slide5.xml" Id="R9cecd4332ef84c45" /><Relationship Type="http://schemas.openxmlformats.org/officeDocument/2006/relationships/slide" Target="/ppt/slides/slide6.xml" Id="Rf91477eb4bbe4a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05f62f4f14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c5a9d40e540d9" /><Relationship Type="http://schemas.openxmlformats.org/officeDocument/2006/relationships/notesMaster" Target="/ppt/notesMasters/notesMaster1.xml" Id="R17305726635148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34ee6f0c34895" /><Relationship Type="http://schemas.openxmlformats.org/officeDocument/2006/relationships/notesMaster" Target="/ppt/notesMasters/notesMaster1.xml" Id="R2b295807d2d0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a836372ff54cff" /><Relationship Type="http://schemas.openxmlformats.org/officeDocument/2006/relationships/notesMaster" Target="/ppt/notesMasters/notesMaster1.xml" Id="R214b67d916554d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617ab7ab2a4cc3" /><Relationship Type="http://schemas.openxmlformats.org/officeDocument/2006/relationships/notesMaster" Target="/ppt/notesMasters/notesMaster1.xml" Id="Rfafeb5053a1a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dce676caa94bf5" /><Relationship Type="http://schemas.openxmlformats.org/officeDocument/2006/relationships/notesMaster" Target="/ppt/notesMasters/notesMaster1.xml" Id="R9566f194dcc8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ba3b191c414378" /><Relationship Type="http://schemas.openxmlformats.org/officeDocument/2006/relationships/notesMaster" Target="/ppt/notesMasters/notesMaster1.xml" Id="R3cc278c49101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Bloque independiente de Natfy. Los modelos de Sismos y sus propuestas se encuentran en Proyecto-Asig-Sismos.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Dedicar cerca de dos minutos al modelo propio en total. Las capacidades de creador y moderador pueden coexistir y un usuario puede no tenerlas. La tienda forma parte de la red social. Requisitos ampliados actualizados a Natfy.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proyecto-propio/NATFY-DIAGRAMAS-FINALES.drawio, pestaña EER Chen completo. Se conserva sin modificaciones. Explicar especialización de usuarios solapada y parcial, audio disjunto y total, y un ejemplo de entidad débil.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exportación final aprobada eer-crows-feet.png. El archivo vectorial permite ampliar. Ejemplos: mensajes identificados dentro de su conversación, detalles dentro de pedido, versiones dentro de proyecto. No rediseñar aquí las cuatro pestañas aprobadas.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consulta con las entidades exactas de requisitos-ampliados.pdf. Comentar agregación de INCLUYE y categoría de objeto reportable solo si hay tiempo. No afirmar resultados de consultas que aún no se han ejecutado.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bloque de Natfy puede combinarse con la exposición del proyecto asignado cuando lo solicite el docente. La separación no acredita la revisión pendiente de un compañero.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88688dc134b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d08ec236541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d719e808a44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32f8a4a9f43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bc70e827243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cc1f1b5b6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62C9DE-96B1-49D6-BB00-6748088EDB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8695EA-1FCA-4A04-9A4A-3DCAECBE81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28C56C-DDC1-4F64-87B9-DBC1B4E35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260D4-C8D0-4846-92AC-E6BF94A73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A3E4CA-0FC1-47EF-A5B2-DF8C46EFD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DA6709-6D99-485D-ADB5-566942840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1FF909-74D0-4B98-8248-0DB5E61492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C942BF-A948-4EDE-BCF1-0B886E86C4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900547-4D82-48DB-92D9-25CA1E45B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9D7CD2-A594-4005-A78F-29ED16BB0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e73bfffd3484b" /><Relationship Type="http://schemas.openxmlformats.org/officeDocument/2006/relationships/slideLayout" Target="/ppt/slideLayouts/slideLayout1.xml" Id="R838f88cdf8fe4e9c" /><Relationship Type="http://schemas.openxmlformats.org/officeDocument/2006/relationships/slideLayout" Target="/ppt/slideLayouts/slideLayout2.xml" Id="R2ee51fc4a179481a" /><Relationship Type="http://schemas.openxmlformats.org/officeDocument/2006/relationships/slideLayout" Target="/ppt/slideLayouts/slideLayout3.xml" Id="Rb4172c94aee94e78" /><Relationship Type="http://schemas.openxmlformats.org/officeDocument/2006/relationships/slideLayout" Target="/ppt/slideLayouts/slideLayout4.xml" Id="R3c5e437388014af0" /><Relationship Type="http://schemas.openxmlformats.org/officeDocument/2006/relationships/slideLayout" Target="/ppt/slideLayouts/slideLayout5.xml" Id="R4bb52fa2145248e6" /><Relationship Type="http://schemas.openxmlformats.org/officeDocument/2006/relationships/slideLayout" Target="/ppt/slideLayouts/slideLayout6.xml" Id="R3534623eaeb549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f88cdf8fe4e9c"/>
    <p:sldLayoutId xmlns:r="http://schemas.openxmlformats.org/officeDocument/2006/relationships" id="2147483650" r:id="R2ee51fc4a179481a"/>
    <p:sldLayoutId xmlns:r="http://schemas.openxmlformats.org/officeDocument/2006/relationships" id="2147483651" r:id="Rb4172c94aee94e78"/>
    <p:sldLayoutId xmlns:r="http://schemas.openxmlformats.org/officeDocument/2006/relationships" id="2147483652" r:id="R3c5e437388014af0"/>
    <p:sldLayoutId xmlns:r="http://schemas.openxmlformats.org/officeDocument/2006/relationships" id="2147483653" r:id="R4bb52fa2145248e6"/>
    <p:sldLayoutId xmlns:r="http://schemas.openxmlformats.org/officeDocument/2006/relationships" id="2147483654" r:id="R3534623eaeb549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2c76d31554079" /><Relationship Type="http://schemas.openxmlformats.org/officeDocument/2006/relationships/notesSlide" Target="/ppt/notesSlides/notesSlide1.xml" Id="Rbab3ba0fe5fa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dcdc075734452" /><Relationship Type="http://schemas.openxmlformats.org/officeDocument/2006/relationships/notesSlide" Target="/ppt/notesSlides/notesSlide2.xml" Id="Re2c29b64400a49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8355be438c4ace" /><Relationship Type="http://schemas.openxmlformats.org/officeDocument/2006/relationships/image" Target="/ppt/media/image.png" Id="R77374bddde414087" /><Relationship Type="http://schemas.openxmlformats.org/officeDocument/2006/relationships/notesSlide" Target="/ppt/notesSlides/notesSlide3.xml" Id="R12fb5d575bb34e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c92c8932a44d8" /><Relationship Type="http://schemas.openxmlformats.org/officeDocument/2006/relationships/image" Target="/ppt/media/image2.png" Id="R9d95c5553c184ff1" /><Relationship Type="http://schemas.openxmlformats.org/officeDocument/2006/relationships/notesSlide" Target="/ppt/notesSlides/notesSlide4.xml" Id="R226b4a7764be40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9e84519244346" /><Relationship Type="http://schemas.openxmlformats.org/officeDocument/2006/relationships/notesSlide" Target="/ppt/notesSlides/notesSlide5.xml" Id="R130d7c374d274b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c348db8984be1" /><Relationship Type="http://schemas.openxmlformats.org/officeDocument/2006/relationships/notesSlide" Target="/ppt/notesSlides/notesSlide6.xml" Id="Rc23c85b6c20640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00580-2C1C-4EA9-B75A-11E90BEE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04027-6F81-4553-B7AD-483B242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Natfy: proyecto musical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389E0-11F6-4A66-A17D-AD709964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Modelo Entidad–Relación Extendido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39621-F3C2-420A-917A-1CB75C28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Natfy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AAD62-1659-457B-B936-0F6B0A8A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E6B4A-00EB-4387-8DF4-9AF2601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85975"/>
            <a:ext cx="819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Damas Garnica Adrian</a:t>
            </a:r>
          </a:p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Esparza Ramón Fernando Adán</a:t>
            </a:r>
          </a:p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Ramos Padrón Jesus Emmanuel</a:t>
            </a:r>
          </a:p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Hernandez Barrios Samuel Rodrigo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F45C5-80E3-46BA-B286-2C8AF5A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2910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Ingeniería en Sistemas Computacionales · 18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5987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5B0D0-5838-458D-BB86-0BE6F87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EF136-4016-4D2B-A367-5FBDA6F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Natfy: una comunidad musical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442EE-5930-4D6F-8B77-E735F670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Proyecto propio, nombre provisional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293B8-A15A-47FA-AF85-77902FE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Natfy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47B0F-99E4-4A19-A35F-D80F1EC1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1652-5DCB-4C32-A271-B66E27CC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8800"/>
            <a:ext cx="823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Usuarios: perfiles, seguidores, publicaciones y conversaciones.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18E50-D091-4585-A959-9C4CD27F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47925"/>
            <a:ext cx="823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Creadores: pistas, proyectos colaborativos y versiones.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787CD-CB19-4D3D-A77A-6D6240A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67050"/>
            <a:ext cx="823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Tienda: mercancía e instrumentos, pedidos y detalle de compra.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7A8D-EF98-41B4-B016-5FBE0D48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823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Moderación: reportes sobre distintos tipos de contenido.</a:t>
            </a:r>
          </a:p>
        </p:txBody>
      </p:sp>
    </p:spTree>
    <p:extLst>
      <p:ext uri="{BB962C8B-B14F-4D97-AF65-F5344CB8AC3E}">
        <p14:creationId xmlns:p14="http://schemas.microsoft.com/office/powerpoint/2010/main" val="599404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92688-9957-4E01-B0F3-E5ECD8E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DE098-3CB5-4B4A-80DB-667C875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Natfy: EER en notación Peter 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0D7A3-9E53-4260-A936-A9E9FA4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Modelo final aprobado. Abrir el SVG o draw.io para leer sus detalles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3FC8C-E41D-4310-811E-C103241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Natfy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50CB8-A1B1-4EE9-8346-D7A5825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FD7E1-1775-4218-8BA3-8C144D7FEE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74bddde414087"/>
          <a:stretch xmlns:a="http://schemas.openxmlformats.org/drawingml/2006/main"/>
        </p:blipFill>
        <p:spPr>
          <a:xfrm xmlns:a="http://schemas.openxmlformats.org/drawingml/2006/main">
            <a:off x="2329008" y="1619250"/>
            <a:ext cx="4485983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11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CA706-15C4-44CD-9871-072F997D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D09F8-FA43-4330-9ADE-99840CAB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Natfy: EER en notación Crow’s Foot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2A435-A910-4EE7-AAB3-993F2D8A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El mismo alcance, con claves y cardinalidades junto a las entidades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1F437-4D1D-4A25-9886-61DED3B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Natfy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BF9B3-4BAA-4574-8FAC-B1A5F64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A5F93-F8C7-4150-8284-9129784FA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5c5553c184ff1"/>
          <a:stretch xmlns:a="http://schemas.openxmlformats.org/drawingml/2006/main"/>
        </p:blipFill>
        <p:spPr>
          <a:xfrm xmlns:a="http://schemas.openxmlformats.org/drawingml/2006/main">
            <a:off x="2243721" y="1619250"/>
            <a:ext cx="4656557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16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526BE-E5D4-4627-83E1-D4C697DD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60A8E-B358-42EA-8BF9-DFA484A9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Tres consultas que justifican el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BE8EE-0741-4278-A8FD-9E6D8D7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Los requisitos documentan sus relaciones y reglas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7B74-0AA1-4537-8029-9E97423E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Natfy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DF1CC-C874-403E-96B7-1FFBF82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E112B-A1D4-4572-AEE4-FE945742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38325"/>
            <a:ext cx="823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Consultar quién incorporó una pista a una playlist, su posición y fecha.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AD614-1895-4101-8DC8-757620D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14625"/>
            <a:ext cx="823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Identificar quién aporta una versión a un proyecto y con qué 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99FFA-3FDB-40C5-9FD7-D89C347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90925"/>
            <a:ext cx="823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Comparar la aceptación de recomendaciones por versión de modelo.</a:t>
            </a:r>
          </a:p>
        </p:txBody>
      </p:sp>
    </p:spTree>
    <p:extLst>
      <p:ext uri="{BB962C8B-B14F-4D97-AF65-F5344CB8AC3E}">
        <p14:creationId xmlns:p14="http://schemas.microsoft.com/office/powerpoint/2010/main" val="2075856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48188-885B-4947-B4D6-0F971349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C4C90-0E6A-4798-A21A-B46DD132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Modelo propio y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45791-591C-4D98-B4F7-DE5B2DC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Natfy conserva sus cuatro diagramas finales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04C41-9628-45AC-9513-7E2D707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Natfy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94949-78B6-4EB2-8E7C-B34C1F4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D633-CAC0-4146-951A-BA9DB29F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823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Red social musical con colaboración y tienda.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FEEA3-A3C3-4202-884B-4CFC306A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76525"/>
            <a:ext cx="823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Requisitos ampliados y modelos en draw.io, PNG y SVG.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00A62-0722-46EC-AEE0-0AA1D1D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95675"/>
            <a:ext cx="823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El proyecto asignado continúa en Proyecto-Asig-Sismos.</a:t>
            </a:r>
          </a:p>
        </p:txBody>
      </p:sp>
    </p:spTree>
    <p:extLst>
      <p:ext uri="{BB962C8B-B14F-4D97-AF65-F5344CB8AC3E}">
        <p14:creationId xmlns:p14="http://schemas.microsoft.com/office/powerpoint/2010/main" val="357760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2026-10-18T17:04:07.8380000Z</dcterms:created>
  <dcterms:modified xsi:type="dcterms:W3CDTF">2026-10-18T17:04:07.8380000Z</dcterms:modified>
</coreProperties>
</file>